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61" r:id="rId3"/>
    <p:sldId id="256" r:id="rId4"/>
    <p:sldId id="257" r:id="rId5"/>
    <p:sldId id="258" r:id="rId6"/>
    <p:sldId id="260" r:id="rId7"/>
    <p:sldId id="263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90" y="-9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9B25E-8235-46B3-84AB-830BE57558B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74E2B-F53B-473B-9C84-8C12302EE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5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しばらくたつとインストールが始まる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74E2B-F53B-473B-9C84-8C12302EEE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44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インストールが完了するとガイドが開く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74E2B-F53B-473B-9C84-8C12302EEE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69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11176-FF2F-93DB-639A-C76CE30F1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84E301-60BC-734B-B3F0-CF278EBA2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36B80-F807-7885-6896-48C74C6A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725D89-CF88-0DD3-CBB7-5DB5CB14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E3D633-A4CF-0E90-001B-A6AEED66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6F18C-2E22-68AF-E7AD-44E6C2C9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80A385-0517-70EF-5AAF-641AD16AC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F984E7-11DD-8EE9-4DA2-9431F583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8D376E-507F-922C-B589-39F50F93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F602F6-44C1-8E1A-2F1A-B9075D6D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4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74F7B-6CF6-358C-136D-64484C64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B7A7E7-AEA0-58BA-77A9-02CEC161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D1B0CD-3AD5-BD3F-0219-98DA4327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EF5C46-E34C-0CF6-C0FB-24BBB6E8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99C094-151A-77DA-B6DB-2255D400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2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988AB-9063-75D2-FDDA-6C6710E4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A3C96C-3B86-DBD0-9AE6-7A058A69D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43C54F-18B5-C2C5-BCEA-BF22C450B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2E3EB2-AF04-021A-6BBE-578EE684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4577B0-77A0-9092-68F9-1F3624E4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32D98F-EEF6-43A0-F9EA-700162E9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1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01293F-7106-D19B-B334-8C18455C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D5D782-9B19-61DA-52CE-8E35AE8FF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5BB110-A435-767E-2DB7-0DD9E8972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5EE3B9-99A4-7A17-9EDB-F161923A9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AA5826C-448B-62F5-ACDE-FE59B4F59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562737-53D1-370A-EEC2-9CAE3E6D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47DCCA-FFC8-9676-DACB-457BD0CB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8BE8BF-0B48-FCA9-E50E-7CD049E7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4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2EDD4-EFD2-7387-81FD-72BBBB16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9A8DE9-4052-8D1E-B3E0-48EBDE8E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F911598-526E-B159-6871-35E74762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BF09C7-A161-49E1-3EF2-648C036D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01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565B09-A7BA-9B26-0E56-4E4121D0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C61CE4-72C9-FD64-E822-35290346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9C541A-CE19-7987-10BE-2EACC9AA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0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670B5-D6CD-EBE9-0B77-F1FF49E4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3AFF88-0743-1088-6D39-D58767223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F4ABB7-85E1-8BA9-F3CC-4A4C8A2C9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46E628-8230-CA6C-9145-8D1CB190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204649-2F53-6414-A8D8-24128C6D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F3A481-F3CC-E8EF-A0CB-59988759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5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8A2D0-0B11-C0B1-E46A-ED61D516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6F5927-2EB4-4243-F113-2A3E2C91C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4F16AB-3B11-F3AA-80BD-2397DD25A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5FBE7-F4BF-4815-254A-B1D96FBC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75BD75-C542-9ECA-D88F-9E3E90A1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961ABB-0D43-DEF5-4452-443884FF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1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5CDD1-3379-CBAF-2BAA-DE7A63B0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ADDFC9-F77B-5CF7-035D-A36F89A30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9F7DCA-2548-1564-7FD2-5F5D4CB6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1ECB90-1B9E-C9D6-8C41-2769F1B5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67FDCD-0AC3-CE21-4829-3E7FBDFAD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EBBBD9D-DFE5-1318-68B8-1C8139C7C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FA1CD9-D973-34BC-B3E5-1D89932A1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8832D6-E4A7-4F75-CF4C-FE6AA2FE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73F3ED-264D-B1B4-C36C-CBD977B9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248FFF-2DEC-F801-3F75-8FD135A2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6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A706E3-DB59-8944-4F43-0BB0F4B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900FD6-6975-B8AF-D42D-498C5BDD1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DB0882-2CF4-B433-760E-DC2EE87C0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AC987-3A00-4759-A377-D78DCD296E0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103428-689D-1879-AB69-DB33262FB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8DBE54-65AA-FA0D-7624-FAF3A707F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4699C-9D7A-4A05-838E-8C9E11FE2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7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l.espressif.com/dl/esp-idf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D7B48-626E-AF9D-8134-3A7D8554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E78024-C613-7EA5-1AB2-DB07A538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Freenove</a:t>
            </a:r>
            <a:r>
              <a:rPr lang="en-US" altLang="ja-JP" dirty="0"/>
              <a:t> ESP32‑S3 Board Lite </a:t>
            </a:r>
            <a:r>
              <a:rPr lang="ja-JP" altLang="en-US" dirty="0"/>
              <a:t>の </a:t>
            </a:r>
            <a:r>
              <a:rPr lang="en-US" altLang="ja-JP" dirty="0"/>
              <a:t>USB </a:t>
            </a:r>
            <a:r>
              <a:rPr lang="ja-JP" altLang="en-US" dirty="0"/>
              <a:t>チップは何？</a:t>
            </a:r>
            <a:r>
              <a:rPr lang="en-US" altLang="ja-JP" dirty="0" err="1"/>
              <a:t>Freenove</a:t>
            </a:r>
            <a:r>
              <a:rPr lang="en-US" altLang="ja-JP" dirty="0"/>
              <a:t> </a:t>
            </a:r>
            <a:r>
              <a:rPr lang="ja-JP" altLang="en-US" dirty="0"/>
              <a:t>の </a:t>
            </a:r>
            <a:r>
              <a:rPr lang="en-US" altLang="ja-JP" dirty="0"/>
              <a:t>S3 </a:t>
            </a:r>
            <a:r>
              <a:rPr lang="ja-JP" altLang="en-US" dirty="0"/>
              <a:t>ボードは </a:t>
            </a:r>
            <a:r>
              <a:rPr lang="en-US" altLang="ja-JP" dirty="0"/>
              <a:t>USB‑Serial </a:t>
            </a:r>
            <a:r>
              <a:rPr lang="ja-JP" altLang="en-US" dirty="0"/>
              <a:t>チップを搭載しているモデルが多く、ほぼ確実に以下のどれか：</a:t>
            </a:r>
            <a:r>
              <a:rPr lang="en-US" altLang="ja-JP" dirty="0"/>
              <a:t>CP2102 / CP2104</a:t>
            </a:r>
            <a:r>
              <a:rPr lang="ja-JP" altLang="en-US" dirty="0"/>
              <a:t>（</a:t>
            </a:r>
            <a:r>
              <a:rPr lang="en-US" altLang="ja-JP" dirty="0"/>
              <a:t>Silicon Labs</a:t>
            </a:r>
            <a:r>
              <a:rPr lang="ja-JP" altLang="en-US" dirty="0"/>
              <a:t>）</a:t>
            </a:r>
            <a:r>
              <a:rPr lang="en-US" altLang="ja-JP" dirty="0"/>
              <a:t>CH340</a:t>
            </a:r>
            <a:r>
              <a:rPr lang="ja-JP" altLang="en-US" dirty="0"/>
              <a:t>（</a:t>
            </a:r>
            <a:r>
              <a:rPr lang="en-US" altLang="ja-JP" dirty="0"/>
              <a:t>WCH</a:t>
            </a:r>
            <a:r>
              <a:rPr lang="ja-JP" altLang="en-US" dirty="0"/>
              <a:t>）このどちらかのドライバが無いと、</a:t>
            </a:r>
            <a:r>
              <a:rPr lang="en-US" altLang="ja-JP" dirty="0"/>
              <a:t>Windows </a:t>
            </a:r>
            <a:r>
              <a:rPr lang="ja-JP" altLang="en-US" dirty="0"/>
              <a:t>は </a:t>
            </a:r>
            <a:r>
              <a:rPr lang="en-US" altLang="ja-JP" dirty="0"/>
              <a:t>COM</a:t>
            </a:r>
            <a:r>
              <a:rPr lang="ja-JP" altLang="en-US"/>
              <a:t>ポートとして認識できない。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7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56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39EF7B-4256-377D-29D9-F418912C1CB9}"/>
              </a:ext>
            </a:extLst>
          </p:cNvPr>
          <p:cNvSpPr txBox="1"/>
          <p:nvPr/>
        </p:nvSpPr>
        <p:spPr>
          <a:xfrm>
            <a:off x="209320" y="197346"/>
            <a:ext cx="986009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CSI</a:t>
            </a:r>
            <a:r>
              <a:rPr lang="ja-JP" altLang="en-US" dirty="0"/>
              <a:t>収集までの流れ</a:t>
            </a:r>
            <a:endParaRPr lang="en-US" altLang="ja-JP" dirty="0"/>
          </a:p>
          <a:p>
            <a:r>
              <a:rPr lang="ja-JP" altLang="en-US" dirty="0"/>
              <a:t>①</a:t>
            </a:r>
            <a:r>
              <a:rPr lang="en-US" altLang="ja-JP" dirty="0"/>
              <a:t>ESP-IDF</a:t>
            </a:r>
            <a:r>
              <a:rPr lang="ja-JP" altLang="en-US" dirty="0"/>
              <a:t>のインストール</a:t>
            </a:r>
            <a:endParaRPr lang="en-US" altLang="ja-JP" dirty="0"/>
          </a:p>
          <a:p>
            <a:r>
              <a:rPr lang="ja-JP" altLang="en-US" dirty="0"/>
              <a:t>②接続確認（デバイスマネージャーのポートを確認）</a:t>
            </a:r>
            <a:r>
              <a:rPr lang="en-US" altLang="ja-JP" dirty="0"/>
              <a:t>(</a:t>
            </a:r>
            <a:r>
              <a:rPr lang="ja-JP" altLang="en-US" dirty="0"/>
              <a:t> </a:t>
            </a:r>
            <a:r>
              <a:rPr lang="en-US" altLang="ja-JP" dirty="0"/>
              <a:t>driver install</a:t>
            </a:r>
            <a:r>
              <a:rPr lang="ja-JP" altLang="en-US" dirty="0"/>
              <a:t>あと）</a:t>
            </a:r>
            <a:endParaRPr lang="en-US" altLang="ja-JP" dirty="0"/>
          </a:p>
          <a:p>
            <a:r>
              <a:rPr lang="ja-JP" altLang="en-US" dirty="0"/>
              <a:t>③</a:t>
            </a:r>
            <a:r>
              <a:rPr lang="en-US" dirty="0"/>
              <a:t>ESP-IDF PowerShell </a:t>
            </a:r>
            <a:r>
              <a:rPr lang="ja-JP" altLang="en-US" dirty="0"/>
              <a:t>を起動</a:t>
            </a:r>
            <a:endParaRPr lang="en-US" altLang="ja-JP" dirty="0"/>
          </a:p>
          <a:p>
            <a:r>
              <a:rPr lang="ja-JP" altLang="en-US" dirty="0"/>
              <a:t>⑤</a:t>
            </a:r>
            <a:r>
              <a:rPr lang="en-US" altLang="ja-JP" dirty="0"/>
              <a:t>CSI</a:t>
            </a:r>
            <a:r>
              <a:rPr lang="ja-JP" altLang="en-US" dirty="0"/>
              <a:t>サンプルを取得</a:t>
            </a:r>
            <a:endParaRPr lang="en-US" altLang="ja-JP" dirty="0"/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https://github.com/espressif/esp-csi.git</a:t>
            </a:r>
          </a:p>
          <a:p>
            <a:r>
              <a:rPr lang="en-US" dirty="0"/>
              <a:t>cd </a:t>
            </a:r>
            <a:r>
              <a:rPr lang="en-US" dirty="0" err="1"/>
              <a:t>esp-csi</a:t>
            </a:r>
            <a:r>
              <a:rPr lang="en-US" dirty="0"/>
              <a:t>/examples/</a:t>
            </a:r>
            <a:r>
              <a:rPr lang="en-US" dirty="0" err="1"/>
              <a:t>get_started</a:t>
            </a:r>
            <a:r>
              <a:rPr lang="en-US" dirty="0"/>
              <a:t>/</a:t>
            </a:r>
            <a:r>
              <a:rPr lang="en-US" dirty="0" err="1"/>
              <a:t>csi_recv</a:t>
            </a:r>
            <a:endParaRPr lang="en-US" dirty="0"/>
          </a:p>
          <a:p>
            <a:endParaRPr lang="en-US" dirty="0"/>
          </a:p>
          <a:p>
            <a:r>
              <a:rPr lang="ja-JP" altLang="en-US" dirty="0"/>
              <a:t>④ターゲット設定（</a:t>
            </a:r>
            <a:r>
              <a:rPr lang="en-US" altLang="ja-JP" dirty="0"/>
              <a:t>C:\Users\yuuki\esp-csi\examples\get-started\csi_recv</a:t>
            </a:r>
            <a:r>
              <a:rPr lang="ja-JP" altLang="en-US" dirty="0"/>
              <a:t>で）</a:t>
            </a:r>
            <a:endParaRPr lang="en-US" altLang="ja-JP" dirty="0"/>
          </a:p>
          <a:p>
            <a:r>
              <a:rPr lang="en-US" altLang="ja-JP" dirty="0"/>
              <a:t>idf.py set-target esp32s3</a:t>
            </a:r>
            <a:endParaRPr lang="en-US" dirty="0"/>
          </a:p>
          <a:p>
            <a:endParaRPr lang="en-US" dirty="0"/>
          </a:p>
          <a:p>
            <a:r>
              <a:rPr lang="ja-JP" altLang="en-US" dirty="0"/>
              <a:t>⑥</a:t>
            </a:r>
            <a:r>
              <a:rPr lang="en-US" altLang="ja-JP" dirty="0"/>
              <a:t>CSI</a:t>
            </a:r>
            <a:r>
              <a:rPr lang="ja-JP" altLang="en-US" dirty="0"/>
              <a:t>受信側をビルドして書き込み</a:t>
            </a:r>
            <a:endParaRPr lang="en-US" altLang="ja-JP" dirty="0"/>
          </a:p>
          <a:p>
            <a:r>
              <a:rPr lang="en-US" dirty="0"/>
              <a:t>idf.py </a:t>
            </a:r>
            <a:r>
              <a:rPr lang="en-US" dirty="0" err="1"/>
              <a:t>menuconfig</a:t>
            </a:r>
            <a:endParaRPr lang="en-US" dirty="0"/>
          </a:p>
          <a:p>
            <a:r>
              <a:rPr lang="en-US" dirty="0"/>
              <a:t>idf.py build</a:t>
            </a:r>
          </a:p>
          <a:p>
            <a:r>
              <a:rPr lang="en-US" dirty="0"/>
              <a:t>idf.py -p </a:t>
            </a:r>
            <a:r>
              <a:rPr lang="en-US" dirty="0" err="1"/>
              <a:t>COMx</a:t>
            </a:r>
            <a:r>
              <a:rPr lang="en-US" dirty="0"/>
              <a:t> flash</a:t>
            </a:r>
          </a:p>
          <a:p>
            <a:endParaRPr lang="en-US" dirty="0"/>
          </a:p>
          <a:p>
            <a:r>
              <a:rPr lang="ja-JP" altLang="en-US" dirty="0"/>
              <a:t>⑦</a:t>
            </a:r>
            <a:r>
              <a:rPr lang="en-US" altLang="ja-JP" dirty="0"/>
              <a:t>CSI</a:t>
            </a:r>
            <a:r>
              <a:rPr lang="ja-JP" altLang="en-US" dirty="0"/>
              <a:t>を受信する為の</a:t>
            </a:r>
            <a:r>
              <a:rPr lang="en-US" altLang="ja-JP" dirty="0"/>
              <a:t>PC</a:t>
            </a:r>
            <a:r>
              <a:rPr lang="ja-JP" altLang="en-US" dirty="0"/>
              <a:t>側ログ取得</a:t>
            </a:r>
            <a:endParaRPr lang="en-US" altLang="ja-JP" dirty="0"/>
          </a:p>
          <a:p>
            <a:r>
              <a:rPr lang="pt-BR" dirty="0"/>
              <a:t>idf.py -p COM5 monitor</a:t>
            </a:r>
          </a:p>
          <a:p>
            <a:r>
              <a:rPr lang="ja-JP" altLang="en-US" dirty="0"/>
              <a:t>⑧</a:t>
            </a:r>
            <a:r>
              <a:rPr lang="en-US" altLang="ja-JP" dirty="0"/>
              <a:t>Example Configuration → </a:t>
            </a:r>
            <a:r>
              <a:rPr lang="en-US" altLang="ja-JP" dirty="0" err="1"/>
              <a:t>WiFi</a:t>
            </a:r>
            <a:r>
              <a:rPr lang="en-US" altLang="ja-JP" dirty="0"/>
              <a:t> SSID → </a:t>
            </a:r>
            <a:r>
              <a:rPr lang="ja-JP" altLang="en-US" dirty="0"/>
              <a:t>あなたの</a:t>
            </a:r>
            <a:r>
              <a:rPr lang="en-US" altLang="ja-JP" dirty="0"/>
              <a:t>SSID</a:t>
            </a:r>
          </a:p>
          <a:p>
            <a:r>
              <a:rPr lang="en-US" altLang="ja-JP" dirty="0"/>
              <a:t>Example Configuration → </a:t>
            </a:r>
            <a:r>
              <a:rPr lang="en-US" altLang="ja-JP" dirty="0" err="1"/>
              <a:t>WiFi</a:t>
            </a:r>
            <a:r>
              <a:rPr lang="en-US" altLang="ja-JP" dirty="0"/>
              <a:t> Password → </a:t>
            </a:r>
            <a:r>
              <a:rPr lang="ja-JP" altLang="en-US" dirty="0"/>
              <a:t>パスワード</a:t>
            </a:r>
            <a:endParaRPr lang="en-US" altLang="ja-JP" dirty="0"/>
          </a:p>
          <a:p>
            <a:r>
              <a:rPr lang="ja-JP" altLang="en-US" dirty="0"/>
              <a:t>⑨</a:t>
            </a:r>
            <a:r>
              <a:rPr lang="en-US" altLang="ja-JP" dirty="0"/>
              <a:t>CSI</a:t>
            </a:r>
            <a:r>
              <a:rPr lang="ja-JP" altLang="en-US" dirty="0"/>
              <a:t>を</a:t>
            </a:r>
            <a:r>
              <a:rPr lang="en-US" altLang="ja-JP" dirty="0"/>
              <a:t>CSV</a:t>
            </a:r>
            <a:r>
              <a:rPr lang="ja-JP" altLang="en-US" dirty="0"/>
              <a:t>に保存</a:t>
            </a:r>
            <a:endParaRPr lang="en-US" altLang="ja-JP" dirty="0"/>
          </a:p>
          <a:p>
            <a:r>
              <a:rPr lang="en-US" altLang="ja-JP" dirty="0"/>
              <a:t>idf.py -p COM5 monitor | Out-File -Encoding utf8 csi_log.txt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B65746-ED63-3C18-2EE9-F7584F69C51A}"/>
              </a:ext>
            </a:extLst>
          </p:cNvPr>
          <p:cNvSpPr txBox="1"/>
          <p:nvPr/>
        </p:nvSpPr>
        <p:spPr>
          <a:xfrm>
            <a:off x="5670932" y="2993689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>
                <a:effectLst/>
              </a:rPr>
              <a:t>設定する項目：</a:t>
            </a:r>
            <a:endParaRPr lang="ja-JP" altLang="en-US" dirty="0"/>
          </a:p>
          <a:p>
            <a:pPr>
              <a:buNone/>
            </a:pPr>
            <a:r>
              <a:rPr lang="en-US" b="1" dirty="0"/>
              <a:t>📌 Component config → Wi-Fi → CSI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Enable CSI</a:t>
            </a:r>
            <a:r>
              <a:rPr lang="en-US" dirty="0">
                <a:effectLst/>
              </a:rPr>
              <a:t> → </a:t>
            </a:r>
            <a:r>
              <a:rPr lang="en-US" dirty="0">
                <a:effectLst/>
                <a:latin typeface="Courier New" panose="02070309020205020404" pitchFamily="49" charset="0"/>
              </a:rPr>
              <a:t>[*]</a:t>
            </a:r>
            <a:endParaRPr lang="en-US" dirty="0"/>
          </a:p>
          <a:p>
            <a:pPr>
              <a:buNone/>
            </a:pPr>
            <a:r>
              <a:rPr lang="ja-JP" altLang="en-US" dirty="0">
                <a:effectLst/>
              </a:rPr>
              <a:t>設定後、</a:t>
            </a:r>
            <a:r>
              <a:rPr lang="en-US" dirty="0">
                <a:effectLst/>
                <a:latin typeface="Courier New" panose="02070309020205020404" pitchFamily="49" charset="0"/>
              </a:rPr>
              <a:t>Save</a:t>
            </a:r>
            <a:r>
              <a:rPr lang="en-US" dirty="0">
                <a:effectLst/>
              </a:rPr>
              <a:t> → </a:t>
            </a:r>
            <a:r>
              <a:rPr lang="en-US" dirty="0">
                <a:effectLst/>
                <a:latin typeface="Courier New" panose="02070309020205020404" pitchFamily="49" charset="0"/>
              </a:rPr>
              <a:t>Exit</a:t>
            </a:r>
            <a:endParaRPr 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C1A46A7-0CB5-A084-69D1-908D1D0AF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97" y="1924900"/>
            <a:ext cx="2539239" cy="27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1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1A8A-0B4A-9989-4FE5-97CFC86A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E4323F-4F1A-9954-CA7D-4AA292DF7891}"/>
              </a:ext>
            </a:extLst>
          </p:cNvPr>
          <p:cNvSpPr txBox="1"/>
          <p:nvPr/>
        </p:nvSpPr>
        <p:spPr>
          <a:xfrm>
            <a:off x="0" y="239483"/>
            <a:ext cx="119422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（１）下記リンクから</a:t>
            </a:r>
            <a:r>
              <a:rPr lang="en-US" altLang="ja-JP" dirty="0"/>
              <a:t>ESP-IDF (offline)</a:t>
            </a:r>
            <a:r>
              <a:rPr lang="ja-JP" altLang="en-US" dirty="0"/>
              <a:t>の最新版をダウンロード</a:t>
            </a:r>
            <a:endParaRPr lang="en-US" dirty="0"/>
          </a:p>
          <a:p>
            <a:r>
              <a:rPr lang="en-US" dirty="0">
                <a:hlinkClick r:id="rId2"/>
              </a:rPr>
              <a:t>https://dl.espressif.com/dl/esp-idf/</a:t>
            </a:r>
            <a:endParaRPr lang="en-US" dirty="0"/>
          </a:p>
          <a:p>
            <a:r>
              <a:rPr lang="ja-JP" altLang="en-US" dirty="0"/>
              <a:t>（２）ダウンロードした</a:t>
            </a:r>
            <a:r>
              <a:rPr lang="en-US" altLang="ja-JP" dirty="0"/>
              <a:t>eps-idf-tools-offline-5.5.4.exe</a:t>
            </a:r>
            <a:r>
              <a:rPr lang="ja-JP" altLang="en-US" dirty="0"/>
              <a:t>を起動</a:t>
            </a:r>
            <a:endParaRPr lang="en-US" altLang="ja-JP" dirty="0"/>
          </a:p>
          <a:p>
            <a:r>
              <a:rPr lang="ja-JP" altLang="en-US" dirty="0"/>
              <a:t>　　　①</a:t>
            </a:r>
            <a:r>
              <a:rPr lang="en-US" altLang="ja-JP" dirty="0"/>
              <a:t>English</a:t>
            </a:r>
            <a:r>
              <a:rPr lang="ja-JP" altLang="en-US" dirty="0"/>
              <a:t>を選択（日本語はありません）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　②同意する。✔処理が入るので、その後</a:t>
            </a:r>
            <a:r>
              <a:rPr lang="en-US" altLang="ja-JP" dirty="0"/>
              <a:t>Next</a:t>
            </a:r>
          </a:p>
          <a:p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FD85DBF-F9B7-FE15-ED11-BFB1D63E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98" y="1420028"/>
            <a:ext cx="3409950" cy="16383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A4010F4-06C2-90D7-C8F2-7574CD188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99" y="3799673"/>
            <a:ext cx="3878530" cy="300942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4BD6587-26F5-2996-8F04-21F5F3273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606" y="3547507"/>
            <a:ext cx="3878529" cy="30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2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93A6-7D10-E311-8500-CF649D0C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381937A-CBFC-8DEF-13DF-77227661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1" y="170688"/>
            <a:ext cx="5695950" cy="44196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CA1C580-59F6-A1B3-6F2D-195C43067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082" y="170688"/>
            <a:ext cx="5695950" cy="4419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BB3E277-9FCA-C3F8-6F48-937D538CA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136" y="771144"/>
            <a:ext cx="3810000" cy="21336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A2DAAE3-B448-F2DB-FDB1-A996FDDD4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215" y="170688"/>
            <a:ext cx="5695950" cy="44196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2F18BD8-2864-CE4E-C661-4894810500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237" t="12800" r="42401" b="52000"/>
          <a:stretch>
            <a:fillRect/>
          </a:stretch>
        </p:blipFill>
        <p:spPr>
          <a:xfrm>
            <a:off x="7420355" y="0"/>
            <a:ext cx="5980177" cy="479382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C58E526-2017-474D-5D3C-E54F46C844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365" y="2685794"/>
            <a:ext cx="5695950" cy="44196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91A1D68-A2BE-8867-2561-D8BF88FE25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1912" y="4590288"/>
            <a:ext cx="56959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2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EC89318-DAE6-31F4-FDCC-349E8E43F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7229856" cy="384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0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232DB0B-13C5-6AFA-261C-FA5D54F7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090" y="605698"/>
            <a:ext cx="7439025" cy="54483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482BC1-BBB2-604F-4B48-E8886A4D1DC8}"/>
              </a:ext>
            </a:extLst>
          </p:cNvPr>
          <p:cNvSpPr/>
          <p:nvPr/>
        </p:nvSpPr>
        <p:spPr>
          <a:xfrm>
            <a:off x="4032173" y="3473068"/>
            <a:ext cx="2247441" cy="250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3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157760-1BD5-FA64-51B1-69F0ECFE49B9}"/>
              </a:ext>
            </a:extLst>
          </p:cNvPr>
          <p:cNvSpPr txBox="1"/>
          <p:nvPr/>
        </p:nvSpPr>
        <p:spPr>
          <a:xfrm>
            <a:off x="494877" y="350190"/>
            <a:ext cx="92109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②接続確認</a:t>
            </a:r>
            <a:endParaRPr lang="en-US" altLang="ja-JP" dirty="0"/>
          </a:p>
          <a:p>
            <a:r>
              <a:rPr lang="ja-JP" altLang="en-US" dirty="0"/>
              <a:t>➔ポート </a:t>
            </a:r>
            <a:r>
              <a:rPr lang="en-US" altLang="ja-JP" dirty="0"/>
              <a:t>(</a:t>
            </a:r>
            <a:r>
              <a:rPr lang="en-US" dirty="0"/>
              <a:t>COM</a:t>
            </a:r>
            <a:r>
              <a:rPr lang="ja-JP" altLang="en-US" dirty="0"/>
              <a:t>と</a:t>
            </a:r>
            <a:r>
              <a:rPr lang="en-US" dirty="0"/>
              <a:t>LPT)</a:t>
            </a:r>
          </a:p>
          <a:p>
            <a:r>
              <a:rPr lang="en-US" dirty="0"/>
              <a:t>  USB Serial Device (</a:t>
            </a:r>
            <a:r>
              <a:rPr lang="en-US" dirty="0" err="1"/>
              <a:t>COMx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altLang="ja-JP" dirty="0"/>
              <a:t>※</a:t>
            </a:r>
            <a:r>
              <a:rPr lang="ja-JP" altLang="en-US" dirty="0"/>
              <a:t>通信用の</a:t>
            </a:r>
            <a:r>
              <a:rPr lang="en-US" altLang="ja-JP" dirty="0"/>
              <a:t>USB</a:t>
            </a:r>
            <a:r>
              <a:rPr lang="ja-JP" altLang="en-US" dirty="0"/>
              <a:t>ケーブルではなく充電用の</a:t>
            </a:r>
            <a:r>
              <a:rPr lang="en-US" altLang="ja-JP" dirty="0"/>
              <a:t>USB</a:t>
            </a:r>
            <a:r>
              <a:rPr lang="ja-JP" altLang="en-US" dirty="0"/>
              <a:t>ケーブルが必要？</a:t>
            </a:r>
            <a:endParaRPr lang="en-US" altLang="ja-JP" dirty="0"/>
          </a:p>
          <a:p>
            <a:endParaRPr lang="en-US" dirty="0"/>
          </a:p>
          <a:p>
            <a:r>
              <a:rPr lang="ja-JP" altLang="en-US" dirty="0"/>
              <a:t>③</a:t>
            </a:r>
            <a:r>
              <a:rPr lang="en-US" altLang="ja-JP" dirty="0"/>
              <a:t>ESP-IDF PowerShell</a:t>
            </a:r>
            <a:r>
              <a:rPr lang="ja-JP" altLang="en-US" dirty="0"/>
              <a:t>を起動</a:t>
            </a:r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2269A36-21A5-C4C3-1B3D-5083AF2D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80" y="2682240"/>
            <a:ext cx="7112267" cy="40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5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C01A13-CB45-21DD-D3A8-94219D71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5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DEBF20-FEE4-68CE-59DE-FDAC6A65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3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E18F095-797D-9D45-C82C-6F6BFF9C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7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B1DF-18C5-4E35-6389-214AD308D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6C353E1-0F7A-A074-1B0F-24EFB09C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281" y="0"/>
            <a:ext cx="6439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E303-A35D-85E5-3E5D-0610197F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337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C961-251B-9238-57D4-C7E2B13E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92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3ED2-65C0-6B3E-4BE8-ED954EDA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63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1F16-F217-3706-31B2-C2F7E5CE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64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365</Words>
  <Application>Microsoft Office PowerPoint</Application>
  <PresentationFormat>ワイド画面</PresentationFormat>
  <Paragraphs>51</Paragraphs>
  <Slides>16</Slides>
  <Notes>2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祐貴 緒方</dc:creator>
  <cp:lastModifiedBy>祐貴 緒方</cp:lastModifiedBy>
  <cp:revision>4</cp:revision>
  <dcterms:created xsi:type="dcterms:W3CDTF">2026-05-21T06:22:25Z</dcterms:created>
  <dcterms:modified xsi:type="dcterms:W3CDTF">2026-05-28T09:33:40Z</dcterms:modified>
</cp:coreProperties>
</file>